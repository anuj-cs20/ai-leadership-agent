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Adobe Inc. — Product Roadmap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Chief Product Officer</a:t>
            </a:r>
          </a:p>
          <a:p>
            <a:r>
              <a:t>Date: December 2024 | Classification: Internal — Leadership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 Product Roadmap — Key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AI Analytics Platform — General Availability by Q1 2025 ($20M projected year-one revenue)</a:t>
            </a:r>
          </a:p>
          <a:p>
            <a:pPr>
              <a:spcAft>
                <a:spcPts val="800"/>
              </a:spcAft>
              <a:defRPr sz="1600"/>
            </a:pPr>
            <a:r>
              <a:t>Cloud Migration Toolkit v4.0 — automated assessment + one-click migration (Q2 2025)</a:t>
            </a:r>
          </a:p>
          <a:p>
            <a:pPr>
              <a:spcAft>
                <a:spcPts val="800"/>
              </a:spcAft>
              <a:defRPr sz="1600"/>
            </a:pPr>
            <a:r>
              <a:t>Enterprise Security Suite — SOC 2 Type II renewal, zero-trust architecture (ongoing)</a:t>
            </a:r>
          </a:p>
          <a:p>
            <a:pPr>
              <a:spcAft>
                <a:spcPts val="800"/>
              </a:spcAft>
              <a:defRPr sz="1600"/>
            </a:pPr>
            <a:r>
              <a:t>Rapid Deployment Toolkit — reduce implementation from 6 weeks to 2 weeks (Q1 2025)</a:t>
            </a:r>
          </a:p>
          <a:p>
            <a:pPr>
              <a:spcAft>
                <a:spcPts val="800"/>
              </a:spcAft>
              <a:defRPr sz="1600"/>
            </a:pPr>
            <a:r>
              <a:t>Self-Service Analytics for SMB — consumption-based pricing pilot (Q3 2025)</a:t>
            </a:r>
          </a:p>
          <a:p>
            <a:pPr>
              <a:spcAft>
                <a:spcPts val="800"/>
              </a:spcAft>
              <a:defRPr sz="1600"/>
            </a:pPr>
            <a:r>
              <a:t>International Expansion — EU market launch with GDPR-compliant data residency (Q2 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Analytics Platform — Path to 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Current status: 50 beta customers, 93% positive feedback (Q3 2024)</a:t>
            </a:r>
          </a:p>
          <a:p>
            <a:pPr>
              <a:spcAft>
                <a:spcPts val="800"/>
              </a:spcAft>
              <a:defRPr sz="1600"/>
            </a:pPr>
            <a:r>
              <a:t>Remaining work: performance optimization, enterprise SSO, audit logging</a:t>
            </a:r>
          </a:p>
          <a:p>
            <a:pPr>
              <a:spcAft>
                <a:spcPts val="800"/>
              </a:spcAft>
              <a:defRPr sz="1600"/>
            </a:pPr>
            <a:r>
              <a:t>Competitive advantage: SOC 2 Type II certified, on-premise option (vs. CompetitorX)</a:t>
            </a:r>
          </a:p>
          <a:p>
            <a:pPr>
              <a:spcAft>
                <a:spcPts val="800"/>
              </a:spcAft>
              <a:defRPr sz="1600"/>
            </a:pPr>
            <a:r>
              <a:t>Pricing strategy: value-based tiers — Starter ($500/mo), Professional ($2,000/mo), Enterprise (custom)</a:t>
            </a:r>
          </a:p>
          <a:p>
            <a:pPr>
              <a:spcAft>
                <a:spcPts val="800"/>
              </a:spcAft>
              <a:defRPr sz="1600"/>
            </a:pPr>
            <a:r>
              <a:t>Go-to-market: joint launch with Sales ABM program targeting top 200 accounts</a:t>
            </a:r>
          </a:p>
          <a:p>
            <a:pPr>
              <a:spcAft>
                <a:spcPts val="800"/>
              </a:spcAft>
              <a:defRPr sz="1600"/>
            </a:pPr>
            <a:r>
              <a:t>Revenue target: $20M in year-one, 150 enterprise customers by Q4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CompetitorX (InsightAI): 15 enterprise customers, 20% below our list price, no on-premise</a:t>
            </a:r>
          </a:p>
          <a:p>
            <a:pPr>
              <a:spcAft>
                <a:spcPts val="800"/>
              </a:spcAft>
              <a:defRPr sz="1600"/>
            </a:pPr>
            <a:r>
              <a:t>CompetitorY (DataPulse): 45 mid-market customers, 2-week implementation, no SOC 2</a:t>
            </a:r>
          </a:p>
          <a:p>
            <a:pPr>
              <a:spcAft>
                <a:spcPts val="800"/>
              </a:spcAft>
              <a:defRPr sz="1600"/>
            </a:pPr>
            <a:r>
              <a:t>Our differentiation: security certifications, customization, enterprise-grade SLA</a:t>
            </a:r>
          </a:p>
          <a:p>
            <a:pPr>
              <a:spcAft>
                <a:spcPts val="800"/>
              </a:spcAft>
              <a:defRPr sz="1600"/>
            </a:pPr>
            <a:r>
              <a:t>Action: accelerate GA, build rapid deployment toolkit, competitive pricing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